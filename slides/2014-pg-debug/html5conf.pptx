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0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F6D0F-AF20-43F9-9C0C-C2F3046BAC69}" type="datetimeFigureOut">
              <a:rPr kumimoji="1" lang="ja-JP" altLang="en-US" smtClean="0"/>
              <a:t>2013/11/30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07D9-ED9C-4F03-BB2A-7CDCEC186D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7484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F6D0F-AF20-43F9-9C0C-C2F3046BAC69}" type="datetimeFigureOut">
              <a:rPr kumimoji="1" lang="ja-JP" altLang="en-US" smtClean="0"/>
              <a:t>2013/11/30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07D9-ED9C-4F03-BB2A-7CDCEC186D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5972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F6D0F-AF20-43F9-9C0C-C2F3046BAC69}" type="datetimeFigureOut">
              <a:rPr kumimoji="1" lang="ja-JP" altLang="en-US" smtClean="0"/>
              <a:t>2013/11/30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07D9-ED9C-4F03-BB2A-7CDCEC186D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9673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F6D0F-AF20-43F9-9C0C-C2F3046BAC69}" type="datetimeFigureOut">
              <a:rPr kumimoji="1" lang="ja-JP" altLang="en-US" smtClean="0"/>
              <a:t>2013/11/30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07D9-ED9C-4F03-BB2A-7CDCEC186D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1659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F6D0F-AF20-43F9-9C0C-C2F3046BAC69}" type="datetimeFigureOut">
              <a:rPr kumimoji="1" lang="ja-JP" altLang="en-US" smtClean="0"/>
              <a:t>2013/11/30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07D9-ED9C-4F03-BB2A-7CDCEC186D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9176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F6D0F-AF20-43F9-9C0C-C2F3046BAC69}" type="datetimeFigureOut">
              <a:rPr kumimoji="1" lang="ja-JP" altLang="en-US" smtClean="0"/>
              <a:t>2013/11/30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07D9-ED9C-4F03-BB2A-7CDCEC186D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6132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F6D0F-AF20-43F9-9C0C-C2F3046BAC69}" type="datetimeFigureOut">
              <a:rPr kumimoji="1" lang="ja-JP" altLang="en-US" smtClean="0"/>
              <a:t>2013/11/30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07D9-ED9C-4F03-BB2A-7CDCEC186D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8044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F6D0F-AF20-43F9-9C0C-C2F3046BAC69}" type="datetimeFigureOut">
              <a:rPr kumimoji="1" lang="ja-JP" altLang="en-US" smtClean="0"/>
              <a:t>2013/11/30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07D9-ED9C-4F03-BB2A-7CDCEC186D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4867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F6D0F-AF20-43F9-9C0C-C2F3046BAC69}" type="datetimeFigureOut">
              <a:rPr kumimoji="1" lang="ja-JP" altLang="en-US" smtClean="0"/>
              <a:t>2013/11/30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07D9-ED9C-4F03-BB2A-7CDCEC186D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13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F6D0F-AF20-43F9-9C0C-C2F3046BAC69}" type="datetimeFigureOut">
              <a:rPr kumimoji="1" lang="ja-JP" altLang="en-US" smtClean="0"/>
              <a:t>2013/11/30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07D9-ED9C-4F03-BB2A-7CDCEC186D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7269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F6D0F-AF20-43F9-9C0C-C2F3046BAC69}" type="datetimeFigureOut">
              <a:rPr kumimoji="1" lang="ja-JP" altLang="en-US" smtClean="0"/>
              <a:t>2013/11/30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07D9-ED9C-4F03-BB2A-7CDCEC186D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7482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FF6D0F-AF20-43F9-9C0C-C2F3046BAC69}" type="datetimeFigureOut">
              <a:rPr kumimoji="1" lang="ja-JP" altLang="en-US" smtClean="0"/>
              <a:t>2013/11/30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9707D9-ED9C-4F03-BB2A-7CDCEC186D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8359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角丸四角形 12"/>
          <p:cNvSpPr/>
          <p:nvPr/>
        </p:nvSpPr>
        <p:spPr>
          <a:xfrm>
            <a:off x="2550230" y="1389771"/>
            <a:ext cx="1488369" cy="440436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角丸四角形 13"/>
          <p:cNvSpPr/>
          <p:nvPr/>
        </p:nvSpPr>
        <p:spPr>
          <a:xfrm>
            <a:off x="4865309" y="1431742"/>
            <a:ext cx="1488369" cy="440436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角丸四角形 14"/>
          <p:cNvSpPr/>
          <p:nvPr/>
        </p:nvSpPr>
        <p:spPr>
          <a:xfrm>
            <a:off x="7174755" y="1485487"/>
            <a:ext cx="1488369" cy="440436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角丸四角形 15"/>
          <p:cNvSpPr/>
          <p:nvPr/>
        </p:nvSpPr>
        <p:spPr>
          <a:xfrm>
            <a:off x="9484201" y="1485487"/>
            <a:ext cx="1488369" cy="440436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/>
          <p:cNvSpPr/>
          <p:nvPr/>
        </p:nvSpPr>
        <p:spPr>
          <a:xfrm>
            <a:off x="2702171" y="3794760"/>
            <a:ext cx="1195754" cy="182762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/>
          <p:cNvSpPr/>
          <p:nvPr/>
        </p:nvSpPr>
        <p:spPr>
          <a:xfrm>
            <a:off x="5011617" y="3108960"/>
            <a:ext cx="1195754" cy="25134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/>
          <p:cNvSpPr/>
          <p:nvPr/>
        </p:nvSpPr>
        <p:spPr>
          <a:xfrm>
            <a:off x="7321063" y="2691618"/>
            <a:ext cx="1195754" cy="2930769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/>
          <p:cNvSpPr/>
          <p:nvPr/>
        </p:nvSpPr>
        <p:spPr>
          <a:xfrm>
            <a:off x="9630509" y="3459481"/>
            <a:ext cx="1195754" cy="2162906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361258" y="5991838"/>
            <a:ext cx="18893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800" dirty="0" smtClean="0"/>
              <a:t>Android 2.3</a:t>
            </a:r>
            <a:endParaRPr kumimoji="1" lang="ja-JP" altLang="en-US" sz="2800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4776502" y="5991838"/>
            <a:ext cx="16777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800" dirty="0" smtClean="0"/>
              <a:t>Android 4</a:t>
            </a:r>
            <a:endParaRPr kumimoji="1" lang="ja-JP" altLang="en-US" sz="2800" dirty="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7382023" y="5991838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800" dirty="0" err="1" smtClean="0"/>
              <a:t>i</a:t>
            </a:r>
            <a:r>
              <a:rPr kumimoji="1" lang="ja-JP" altLang="en-US" sz="2800" dirty="0" smtClean="0"/>
              <a:t>ＯＳ </a:t>
            </a:r>
            <a:r>
              <a:rPr lang="en-US" altLang="ja-JP" sz="2800" dirty="0"/>
              <a:t>7</a:t>
            </a:r>
            <a:endParaRPr kumimoji="1" lang="ja-JP" altLang="en-US" sz="2800" dirty="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9050470" y="5991838"/>
            <a:ext cx="25589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800" dirty="0" smtClean="0"/>
              <a:t>Windows Phone</a:t>
            </a:r>
            <a:endParaRPr kumimoji="1" lang="ja-JP" altLang="en-US" sz="2800" dirty="0"/>
          </a:p>
        </p:txBody>
      </p:sp>
      <p:sp>
        <p:nvSpPr>
          <p:cNvPr id="17" name="正方形/長方形 16"/>
          <p:cNvSpPr/>
          <p:nvPr/>
        </p:nvSpPr>
        <p:spPr>
          <a:xfrm>
            <a:off x="2702171" y="1859280"/>
            <a:ext cx="1195754" cy="193548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/>
          <p:cNvSpPr/>
          <p:nvPr/>
        </p:nvSpPr>
        <p:spPr>
          <a:xfrm>
            <a:off x="5011617" y="1874521"/>
            <a:ext cx="1195754" cy="1234439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/>
          <p:cNvSpPr/>
          <p:nvPr/>
        </p:nvSpPr>
        <p:spPr>
          <a:xfrm>
            <a:off x="7321062" y="1859281"/>
            <a:ext cx="1195754" cy="83233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/>
          <p:cNvSpPr/>
          <p:nvPr/>
        </p:nvSpPr>
        <p:spPr>
          <a:xfrm>
            <a:off x="9630509" y="1874521"/>
            <a:ext cx="1195754" cy="158496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左中かっこ 20"/>
          <p:cNvSpPr/>
          <p:nvPr/>
        </p:nvSpPr>
        <p:spPr>
          <a:xfrm>
            <a:off x="2072640" y="3810000"/>
            <a:ext cx="331283" cy="1827627"/>
          </a:xfrm>
          <a:prstGeom prst="leftBrace">
            <a:avLst>
              <a:gd name="adj1" fmla="val 48751"/>
              <a:gd name="adj2" fmla="val 50000"/>
            </a:avLst>
          </a:prstGeom>
          <a:ln w="28575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左中かっこ 21"/>
          <p:cNvSpPr/>
          <p:nvPr/>
        </p:nvSpPr>
        <p:spPr>
          <a:xfrm>
            <a:off x="2075809" y="1874521"/>
            <a:ext cx="331283" cy="1827627"/>
          </a:xfrm>
          <a:prstGeom prst="leftBrace">
            <a:avLst>
              <a:gd name="adj1" fmla="val 48751"/>
              <a:gd name="adj2" fmla="val 50000"/>
            </a:avLst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520795" y="2275450"/>
            <a:ext cx="152637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sz="2000" dirty="0" err="1" smtClean="0"/>
              <a:t>PhoneGap</a:t>
            </a:r>
            <a:r>
              <a:rPr kumimoji="1" lang="ja-JP" altLang="en-US" sz="2000" dirty="0" smtClean="0"/>
              <a:t>が</a:t>
            </a:r>
            <a:endParaRPr kumimoji="1" lang="en-US" altLang="ja-JP" sz="2000" dirty="0" smtClean="0"/>
          </a:p>
          <a:p>
            <a:pPr algn="r"/>
            <a:r>
              <a:rPr kumimoji="1" lang="ja-JP" altLang="en-US" sz="2000" dirty="0" smtClean="0"/>
              <a:t>拡張した</a:t>
            </a:r>
            <a:endParaRPr kumimoji="1" lang="en-US" altLang="ja-JP" sz="2000" dirty="0" smtClean="0"/>
          </a:p>
          <a:p>
            <a:pPr algn="r"/>
            <a:r>
              <a:rPr kumimoji="1" lang="en-US" altLang="ja-JP" sz="2000" dirty="0" smtClean="0"/>
              <a:t>HTML5 API</a:t>
            </a:r>
            <a:endParaRPr kumimoji="1" lang="ja-JP" altLang="en-US" sz="2000" dirty="0"/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323080" y="4215981"/>
            <a:ext cx="161935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sz="2000" dirty="0" smtClean="0"/>
              <a:t>OS</a:t>
            </a:r>
            <a:r>
              <a:rPr kumimoji="1" lang="ja-JP" altLang="en-US" sz="2000" dirty="0" smtClean="0"/>
              <a:t>標準</a:t>
            </a:r>
            <a:endParaRPr kumimoji="1" lang="en-US" altLang="ja-JP" sz="2000" dirty="0" smtClean="0"/>
          </a:p>
          <a:p>
            <a:pPr algn="r"/>
            <a:r>
              <a:rPr kumimoji="1" lang="ja-JP" altLang="en-US" sz="2000" dirty="0" smtClean="0"/>
              <a:t>ブラウザーの</a:t>
            </a:r>
            <a:endParaRPr kumimoji="1" lang="en-US" altLang="ja-JP" sz="2000" dirty="0" smtClean="0"/>
          </a:p>
          <a:p>
            <a:pPr algn="r"/>
            <a:r>
              <a:rPr kumimoji="1" lang="en-US" altLang="ja-JP" sz="2000" dirty="0" smtClean="0"/>
              <a:t>HTML5 API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85172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21</Words>
  <Application>Microsoft Office PowerPoint</Application>
  <PresentationFormat>ワイド画面</PresentationFormat>
  <Paragraphs>10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ＭＳ Ｐゴシック</vt:lpstr>
      <vt:lpstr>Arial</vt:lpstr>
      <vt:lpstr>Calibri</vt:lpstr>
      <vt:lpstr>Calibri Light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masahiro</dc:creator>
  <cp:lastModifiedBy>masahiro</cp:lastModifiedBy>
  <cp:revision>1</cp:revision>
  <dcterms:created xsi:type="dcterms:W3CDTF">2013-11-29T22:44:05Z</dcterms:created>
  <dcterms:modified xsi:type="dcterms:W3CDTF">2013-11-30T03:33:58Z</dcterms:modified>
</cp:coreProperties>
</file>